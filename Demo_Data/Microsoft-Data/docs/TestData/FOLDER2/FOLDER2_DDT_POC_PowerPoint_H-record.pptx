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5" Type="http://schemas.openxmlformats.org/officeDocument/2006/relationships/customXml" Target="../customXml/item5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test.nilsen@dnb.no" TargetMode="External"/><Relationship Id="rId13" Type="http://schemas.openxmlformats.org/officeDocument/2006/relationships/hyperlink" Target="mailto:test.pettersen@dnb.no" TargetMode="External"/><Relationship Id="rId3" Type="http://schemas.openxmlformats.org/officeDocument/2006/relationships/hyperlink" Target="mailto:test.johansen@dnb.no" TargetMode="External"/><Relationship Id="rId7" Type="http://schemas.openxmlformats.org/officeDocument/2006/relationships/hyperlink" Target="mailto:test.pedersen@dnb.no" TargetMode="External"/><Relationship Id="rId12" Type="http://schemas.openxmlformats.org/officeDocument/2006/relationships/hyperlink" Target="mailto:test.johnsen@dnb.no" TargetMode="External"/><Relationship Id="rId2" Type="http://schemas.openxmlformats.org/officeDocument/2006/relationships/hyperlink" Target="mailto:test.hansen@dnb.n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est.andersen@dnb.no" TargetMode="External"/><Relationship Id="rId11" Type="http://schemas.openxmlformats.org/officeDocument/2006/relationships/hyperlink" Target="mailto:test.karlsen@dnb.no" TargetMode="External"/><Relationship Id="rId5" Type="http://schemas.openxmlformats.org/officeDocument/2006/relationships/hyperlink" Target="mailto:test.larsen@dnb.no" TargetMode="External"/><Relationship Id="rId10" Type="http://schemas.openxmlformats.org/officeDocument/2006/relationships/hyperlink" Target="mailto:test.jensen@dnb.no" TargetMode="External"/><Relationship Id="rId4" Type="http://schemas.openxmlformats.org/officeDocument/2006/relationships/hyperlink" Target="mailto:test.olsen@dnb.no" TargetMode="External"/><Relationship Id="rId9" Type="http://schemas.openxmlformats.org/officeDocument/2006/relationships/hyperlink" Target="mailto:test.kristiansen@dnb.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533400"/>
            <a:ext cx="7239000" cy="914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Discovery Dummy Data </a:t>
            </a:r>
            <a:r>
              <a:rPr lang="en-US" sz="3200" dirty="0" err="1" smtClean="0"/>
              <a:t>FileShare</a:t>
            </a:r>
            <a:endParaRPr lang="en-US"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61678"/>
              </p:ext>
            </p:extLst>
          </p:nvPr>
        </p:nvGraphicFramePr>
        <p:xfrm>
          <a:off x="457200" y="2582863"/>
          <a:ext cx="8229600" cy="1693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651"/>
                <a:gridCol w="976438"/>
                <a:gridCol w="1090224"/>
                <a:gridCol w="1100808"/>
                <a:gridCol w="2699097"/>
                <a:gridCol w="1672382"/>
              </a:tblGrid>
              <a:tr h="135042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effectLst/>
                        </a:rPr>
                        <a:t>Fornavn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effectLst/>
                        </a:rPr>
                        <a:t>Etternavn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effectLst/>
                        </a:rPr>
                        <a:t>Personnummer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Email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Free Text Field info Health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effectLst/>
                        </a:rPr>
                        <a:t>Helth</a:t>
                      </a:r>
                      <a:r>
                        <a:rPr lang="en-US" sz="800" b="1" u="none" strike="noStrike" dirty="0">
                          <a:effectLst/>
                        </a:rPr>
                        <a:t> list words covered</a:t>
                      </a:r>
                      <a:endParaRPr lang="en-US" sz="800" b="1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Hansen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010150-11111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2"/>
                        </a:rPr>
                        <a:t>test.hansen@dnb.no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boliglån med avdragsfrihet på grunn av angst og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angst,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Inger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Johansen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010151-11111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3"/>
                        </a:rPr>
                        <a:t>test.johansen@dnb.no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boliglån med avdragsfrihet på grunn av angst og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angst,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Marit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Olsen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010152-11111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4"/>
                        </a:rPr>
                        <a:t>test.olsen@dnb.no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boliglån med avdragsfrihet på grunn av angst og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angst, depresjon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Jan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Larsen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010153-11111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5"/>
                        </a:rPr>
                        <a:t>test.larsen@dnb.no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sykemeldt på grunn av magesår, blærekatarr, höyt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magesår, blærekatarr, høyt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Anders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Andersen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010154-11111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6"/>
                        </a:rPr>
                        <a:t>test.andersen@dnb.no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sykemeldt på grunn av magesår, blærekatarr, höyt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magesår, blærekatarr, høyt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Magnus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Pedersen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010155-11111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7"/>
                        </a:rPr>
                        <a:t>test.pedersen@dnb.no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sykemeldt på grunn av magesår, blærekatarr, höyt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magesår, blærekatarr, høyt blodtrykk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Nilsen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010156-11111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8"/>
                        </a:rPr>
                        <a:t>test.nilsen@dnb.no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 psykiatrisk avdeling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Sykehus, psykiatrisk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Erik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Kristiansen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010157-11111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9"/>
                        </a:rPr>
                        <a:t>test.kristiansen@dnb.no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 psykiatrisk avdeling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Sykehus, psykiatrisk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Jensen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010158-11111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10"/>
                        </a:rPr>
                        <a:t>test.jensen@dnb.no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 psykiatrisk avdeling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Sykehus, psykiatrisk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Karlsen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010159-11111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11"/>
                        </a:rPr>
                        <a:t>test.karlsen@dnb.no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Lege Syk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Lege, Syk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Johnsen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010160-11111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12"/>
                        </a:rPr>
                        <a:t>test.johnsen@dnb.no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Lege Syk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Lege, Syk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  <a:tr h="1270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effectLst/>
                        </a:rPr>
                        <a:t>Anne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Pettersen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010160-11111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sng" strike="noStrike">
                          <a:effectLst/>
                          <a:hlinkClick r:id="rId13"/>
                        </a:rPr>
                        <a:t>test.pettersen@dnb.no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ørebetennelse, øyekatarr</a:t>
                      </a:r>
                      <a:endParaRPr lang="en-US" sz="800" b="0" i="0" u="none" strike="noStrike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err="1">
                          <a:effectLst/>
                        </a:rPr>
                        <a:t>ørebetennelse</a:t>
                      </a:r>
                      <a:r>
                        <a:rPr lang="en-US" sz="800" u="none" strike="noStrike" dirty="0">
                          <a:effectLst/>
                        </a:rPr>
                        <a:t>, </a:t>
                      </a:r>
                      <a:r>
                        <a:rPr lang="en-US" sz="800" u="none" strike="noStrike" dirty="0" err="1">
                          <a:effectLst/>
                        </a:rPr>
                        <a:t>øyekatarr</a:t>
                      </a:r>
                      <a:endParaRPr lang="en-US" sz="800" b="0" i="0" u="none" strike="noStrike" dirty="0">
                        <a:solidFill>
                          <a:srgbClr val="333333"/>
                        </a:solidFill>
                        <a:effectLst/>
                        <a:latin typeface="Arial"/>
                      </a:endParaRPr>
                    </a:p>
                  </a:txBody>
                  <a:tcPr marL="7944" marR="7944" marT="7944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53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asic Document" ma:contentTypeID="0x0101008CA0303931DA4548864745CBCC1039B600E8AE937E7C75B64DBCC1FC493E1D919900DAA7E9CA3D31ED4EBA20790392A3BBE3" ma:contentTypeVersion="3" ma:contentTypeDescription="" ma:contentTypeScope="" ma:versionID="5450c8d1b563e5c637d6468d9065c176">
  <xsd:schema xmlns:xsd="http://www.w3.org/2001/XMLSchema" xmlns:xs="http://www.w3.org/2001/XMLSchema" xmlns:p="http://schemas.microsoft.com/office/2006/metadata/properties" xmlns:ns2="77f2df2d-0db9-4565-bc7a-00e15bf7859a" targetNamespace="http://schemas.microsoft.com/office/2006/metadata/properties" ma:root="true" ma:fieldsID="1908abbc99e6e15903ec630d449e9af4" ns2:_="">
    <xsd:import namespace="77f2df2d-0db9-4565-bc7a-00e15bf7859a"/>
    <xsd:element name="properties">
      <xsd:complexType>
        <xsd:sequence>
          <xsd:element name="documentManagement">
            <xsd:complexType>
              <xsd:all>
                <xsd:element ref="ns2:SecurityClassification" minOccurs="0"/>
                <xsd:element ref="ns2:fb9bf264b45b4d5f93f9199f8f12ff8d" minOccurs="0"/>
                <xsd:element ref="ns2:TaxCatchAll" minOccurs="0"/>
                <xsd:element ref="ns2:TaxCatchAllLabel" minOccurs="0"/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2df2d-0db9-4565-bc7a-00e15bf7859a" elementFormDefault="qualified">
    <xsd:import namespace="http://schemas.microsoft.com/office/2006/documentManagement/types"/>
    <xsd:import namespace="http://schemas.microsoft.com/office/infopath/2007/PartnerControls"/>
    <xsd:element name="SecurityClassification" ma:index="4" nillable="true" ma:displayName="Security classification" ma:default="" ma:format="Dropdown" ma:internalName="SecurityClassification">
      <xsd:simpleType>
        <xsd:restriction base="dms:Choice">
          <xsd:enumeration value="Strictly confidential"/>
          <xsd:enumeration value="Confidential"/>
          <xsd:enumeration value="Internal"/>
          <xsd:enumeration value="Public"/>
        </xsd:restriction>
      </xsd:simpleType>
    </xsd:element>
    <xsd:element name="fb9bf264b45b4d5f93f9199f8f12ff8d" ma:index="8" nillable="true" ma:taxonomy="true" ma:internalName="fb9bf264b45b4d5f93f9199f8f12ff8d" ma:taxonomyFieldName="DNBInformationCategory" ma:displayName="Information Category" ma:default="1;#Uklassifisert|53c3641f-e188-458b-ac4a-39fb9eb82013" ma:fieldId="{fb9bf264-b45b-4d5f-93f9-199f8f12ff8d}" ma:sspId="a79cd504-268f-47c3-8f79-0a7497beeec4" ma:termSetId="4dd16f0a-6625-4f81-a26d-17d7c416c41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description="" ma:hidden="true" ma:list="{b3646910-4ca6-48a1-8461-780ff18ca2ee}" ma:internalName="TaxCatchAll" ma:showField="CatchAllData" ma:web="3ef0032b-26a2-46ed-b559-0d32e8efc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b3646910-4ca6-48a1-8461-780ff18ca2ee}" ma:internalName="TaxCatchAllLabel" ma:readOnly="true" ma:showField="CatchAllDataLabel" ma:web="3ef0032b-26a2-46ed-b559-0d32e8efc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6" nillable="true" ma:taxonomy="true" ma:internalName="TaxKeywordTaxHTField" ma:taxonomyFieldName="TaxKeyword" ma:displayName="Enterprise Keywords" ma:fieldId="{23f27201-bee3-471e-b2e7-b64fd8b7ca38}" ma:taxonomyMulti="true" ma:sspId="a79cd504-268f-47c3-8f79-0a7497beeec4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a79cd504-268f-47c3-8f79-0a7497beeec4" ContentTypeId="0x0101008CA0303931DA4548864745CBCC1039B600E8AE937E7C75B64DBCC1FC493E1D9199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b9bf264b45b4d5f93f9199f8f12ff8d xmlns="77f2df2d-0db9-4565-bc7a-00e15bf7859a">
      <Terms xmlns="http://schemas.microsoft.com/office/infopath/2007/PartnerControls">
        <TermInfo xmlns="http://schemas.microsoft.com/office/infopath/2007/PartnerControls">
          <TermName xmlns="http://schemas.microsoft.com/office/infopath/2007/PartnerControls">Uklassifisert</TermName>
          <TermId xmlns="http://schemas.microsoft.com/office/infopath/2007/PartnerControls">53c3641f-e188-458b-ac4a-39fb9eb82013</TermId>
        </TermInfo>
      </Terms>
    </fb9bf264b45b4d5f93f9199f8f12ff8d>
    <TaxCatchAll xmlns="77f2df2d-0db9-4565-bc7a-00e15bf7859a">
      <Value>1</Value>
    </TaxCatchAll>
    <SecurityClassification xmlns="77f2df2d-0db9-4565-bc7a-00e15bf7859a" xsi:nil="true"/>
    <TaxKeywordTaxHTField xmlns="77f2df2d-0db9-4565-bc7a-00e15bf7859a">
      <Terms xmlns="http://schemas.microsoft.com/office/infopath/2007/PartnerControls"/>
    </TaxKeywordTaxHTField>
  </documentManagement>
</p:properties>
</file>

<file path=customXml/item4.xml><?xml version="1.0" encoding="utf-8"?>
<?mso-contentType ?>
<spe:Receivers xmlns:spe="http://schemas.microsoft.com/sharepoint/events"/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1AF1B-1591-41AB-B1B2-A12CFA2BD39D}"/>
</file>

<file path=customXml/itemProps2.xml><?xml version="1.0" encoding="utf-8"?>
<ds:datastoreItem xmlns:ds="http://schemas.openxmlformats.org/officeDocument/2006/customXml" ds:itemID="{A1FD5CB1-8CF3-4306-BC3B-B66B1A24E36E}"/>
</file>

<file path=customXml/itemProps3.xml><?xml version="1.0" encoding="utf-8"?>
<ds:datastoreItem xmlns:ds="http://schemas.openxmlformats.org/officeDocument/2006/customXml" ds:itemID="{FE27A55D-AB62-4580-B4BB-68A33DF42558}"/>
</file>

<file path=customXml/itemProps4.xml><?xml version="1.0" encoding="utf-8"?>
<ds:datastoreItem xmlns:ds="http://schemas.openxmlformats.org/officeDocument/2006/customXml" ds:itemID="{414F29D2-9071-4254-8255-29F867C91BAA}"/>
</file>

<file path=customXml/itemProps5.xml><?xml version="1.0" encoding="utf-8"?>
<ds:datastoreItem xmlns:ds="http://schemas.openxmlformats.org/officeDocument/2006/customXml" ds:itemID="{D3718922-A39E-4091-A3B8-D5246AB07B5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On-screen Show (4:3)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Data Discovery Dummy Data FileShare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Discovery Dummy Data FileShare</dc:title>
  <dc:creator>Jansson, Magnus</dc:creator>
  <cp:lastModifiedBy>Jansson, Magnus</cp:lastModifiedBy>
  <cp:revision>4</cp:revision>
  <dcterms:created xsi:type="dcterms:W3CDTF">2006-08-16T00:00:00Z</dcterms:created>
  <dcterms:modified xsi:type="dcterms:W3CDTF">2018-03-08T13:51:26Z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0x0101008CA0303931DA4548864745CBCC1039B600E8AE937E7C75B64DBCC1FC493E1D919900DAA7E9CA3D31ED4EBA20790392A3BBE3</vt:lpwstr>
  </property>
  <property fmtid="{D5CDD505-2E9C-101B-9397-08002B2CF9AE}" pid="3" name="TaxKeyword">
    <vt:lpwstr>308;#POC - Dummy Data|f83fd23b-a175-466b-9f0b-fde19eae6d11;#309;#Dummy Data FileShare|7cb845c8-e09c-4868-9080-ee80370b2152</vt:lpwstr>
  </property>
  <property fmtid="{D5CDD505-2E9C-101B-9397-08002B2CF9AE}" pid="4" name="DNBInformationCategory">
    <vt:lpwstr>1;#Uklassifisert|53c3641f-e188-458b-ac4a-39fb9eb82013</vt:lpwstr>
  </property>
</Properties>
</file>