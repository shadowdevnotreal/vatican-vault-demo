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4.xml" ContentType="application/vnd.openxmlformats-officedocument.customXml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5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71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5.xml"/><Relationship Id="rId5" Type="http://schemas.openxmlformats.org/officeDocument/2006/relationships/theme" Target="theme/theme1.xml"/><Relationship Id="rId10" Type="http://schemas.openxmlformats.org/officeDocument/2006/relationships/customXml" Target="../customXml/item4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Ida.Nilsen@testgdpr.no" TargetMode="External"/><Relationship Id="rId13" Type="http://schemas.openxmlformats.org/officeDocument/2006/relationships/hyperlink" Target="mailto:Kristin.Johansen@testgdpr.no" TargetMode="External"/><Relationship Id="rId18" Type="http://schemas.openxmlformats.org/officeDocument/2006/relationships/hyperlink" Target="mailto:Heidi.Nilsen@testgdpr.no" TargetMode="External"/><Relationship Id="rId26" Type="http://schemas.openxmlformats.org/officeDocument/2006/relationships/hyperlink" Target="mailto:Tove.Andersen@testgdpr.no" TargetMode="External"/><Relationship Id="rId3" Type="http://schemas.openxmlformats.org/officeDocument/2006/relationships/hyperlink" Target="mailto:Inger.Johansen@testgdpr.no" TargetMode="External"/><Relationship Id="rId21" Type="http://schemas.openxmlformats.org/officeDocument/2006/relationships/hyperlink" Target="mailto:Linda.Karlsen@testgdpr.no" TargetMode="External"/><Relationship Id="rId7" Type="http://schemas.openxmlformats.org/officeDocument/2006/relationships/hyperlink" Target="mailto:Maria.Pedersen@testgdpr.no" TargetMode="External"/><Relationship Id="rId12" Type="http://schemas.openxmlformats.org/officeDocument/2006/relationships/hyperlink" Target="mailto:Marianne.Hansen@testgdpr.no" TargetMode="External"/><Relationship Id="rId17" Type="http://schemas.openxmlformats.org/officeDocument/2006/relationships/hyperlink" Target="mailto:Anna.Pedersen@testgdpr.no" TargetMode="External"/><Relationship Id="rId25" Type="http://schemas.openxmlformats.org/officeDocument/2006/relationships/hyperlink" Target="mailto:Camilla.Larsen@testgdpr.no" TargetMode="External"/><Relationship Id="rId2" Type="http://schemas.openxmlformats.org/officeDocument/2006/relationships/hyperlink" Target="mailto:Anne.Hansen@testgdpr.no" TargetMode="External"/><Relationship Id="rId16" Type="http://schemas.openxmlformats.org/officeDocument/2006/relationships/hyperlink" Target="mailto:Eva.Andersen@testgdpr.no" TargetMode="External"/><Relationship Id="rId20" Type="http://schemas.openxmlformats.org/officeDocument/2006/relationships/hyperlink" Target="mailto:Hanne.Jensen@testgdpr.no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Kari.Andersen@testgdpr.no" TargetMode="External"/><Relationship Id="rId11" Type="http://schemas.openxmlformats.org/officeDocument/2006/relationships/hyperlink" Target="mailto:Nina.Karlsen@testgdpr.no" TargetMode="External"/><Relationship Id="rId24" Type="http://schemas.openxmlformats.org/officeDocument/2006/relationships/hyperlink" Target="mailto:Elin.Olsen@testgdpr.no" TargetMode="External"/><Relationship Id="rId5" Type="http://schemas.openxmlformats.org/officeDocument/2006/relationships/hyperlink" Target="mailto:Ingrid.Larsen@testgdpr.no" TargetMode="External"/><Relationship Id="rId15" Type="http://schemas.openxmlformats.org/officeDocument/2006/relationships/hyperlink" Target="mailto:Bente.Larsen@testgdpr.no" TargetMode="External"/><Relationship Id="rId23" Type="http://schemas.openxmlformats.org/officeDocument/2006/relationships/hyperlink" Target="mailto:Anita.Johansen@testgdpr.no" TargetMode="External"/><Relationship Id="rId28" Type="http://schemas.openxmlformats.org/officeDocument/2006/relationships/hyperlink" Target="mailto:Berit.Nilsen@testgdpr.no" TargetMode="External"/><Relationship Id="rId10" Type="http://schemas.openxmlformats.org/officeDocument/2006/relationships/hyperlink" Target="mailto:Hilde.Jensen@testgdpr.no" TargetMode="External"/><Relationship Id="rId19" Type="http://schemas.openxmlformats.org/officeDocument/2006/relationships/hyperlink" Target="mailto:Silje.Kristiansen@testgdpr.no" TargetMode="External"/><Relationship Id="rId4" Type="http://schemas.openxmlformats.org/officeDocument/2006/relationships/hyperlink" Target="mailto:Marit.Olsen@testgdpr.no" TargetMode="External"/><Relationship Id="rId9" Type="http://schemas.openxmlformats.org/officeDocument/2006/relationships/hyperlink" Target="mailto:Liv.Kristiansen@testgdpr.no" TargetMode="External"/><Relationship Id="rId14" Type="http://schemas.openxmlformats.org/officeDocument/2006/relationships/hyperlink" Target="mailto:Elisabeth.Olsen@testgdpr.no" TargetMode="External"/><Relationship Id="rId22" Type="http://schemas.openxmlformats.org/officeDocument/2006/relationships/hyperlink" Target="mailto:Tone.Hansen@testgdpr.no" TargetMode="External"/><Relationship Id="rId27" Type="http://schemas.openxmlformats.org/officeDocument/2006/relationships/hyperlink" Target="mailto:Wenche.Pedersen@testgdpr.n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533400"/>
            <a:ext cx="7239000" cy="9144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Data Discovery Dummy Data </a:t>
            </a:r>
            <a:r>
              <a:rPr lang="en-US" sz="3200" dirty="0" err="1" smtClean="0"/>
              <a:t>FileShare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077762"/>
              </p:ext>
            </p:extLst>
          </p:nvPr>
        </p:nvGraphicFramePr>
        <p:xfrm>
          <a:off x="457200" y="1981200"/>
          <a:ext cx="8229600" cy="31527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4810"/>
                <a:gridCol w="1340704"/>
                <a:gridCol w="702184"/>
                <a:gridCol w="655372"/>
                <a:gridCol w="1338831"/>
                <a:gridCol w="692822"/>
                <a:gridCol w="692822"/>
                <a:gridCol w="1732055"/>
              </a:tblGrid>
              <a:tr h="11937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dirty="0" err="1">
                          <a:effectLst/>
                        </a:rPr>
                        <a:t>Personnum_SSN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</a:rPr>
                        <a:t>Kunde ID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Fornavn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Etternavn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PaymentCard ID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Expire Date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CVC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Email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010150-12345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FX123456789000000101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Anne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Hansen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MasterCard,5298851218044838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123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2"/>
                        </a:rPr>
                        <a:t>Anne.Hansen@testgdpr.no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010150-12346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FX123456789000000102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Inger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Johansen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MasterCard,5282180563021896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124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3"/>
                        </a:rPr>
                        <a:t>Inger.Johansen@testgdpr.no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010150-12347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FX123456789000000103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Marit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Olsen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MasterCard,5423569791810429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125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4"/>
                        </a:rPr>
                        <a:t>Marit.Olsen@testgdpr.no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010150-12348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FX123456789000000104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Ingrid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Larsen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MasterCard,5422671228600984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126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5"/>
                        </a:rPr>
                        <a:t>Ingrid.Larsen@testgdpr.no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010150-12349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FX123456789000000105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Kari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Andersen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MasterCard,5491483162612793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127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6"/>
                        </a:rPr>
                        <a:t>Kari.Andersen@testgdpr.no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010150-12350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FX123456789000000106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Maria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Pedersen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MasterCard,5382975012016937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128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7"/>
                        </a:rPr>
                        <a:t>Maria.Pedersen@testgdpr.no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010150-12351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FX123456789000000107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Ida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Nilsen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MasterCard,5110300912677960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129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8"/>
                        </a:rPr>
                        <a:t>Ida.Nilsen@testgdpr.no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010150-12352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FX123456789000000108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Liv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Kristiansen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MasterCard,5402584664610231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130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9"/>
                        </a:rPr>
                        <a:t>Liv.Kristiansen@testgdpr.no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010150-12353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FX123456789000000109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Hilde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Jensen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MasterCard,5384227071113884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131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10"/>
                        </a:rPr>
                        <a:t>Hilde.Jensen@testgdpr.no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010150-12354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FX123456789000000110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Nina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Karlsen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MasterCard,5590007986842573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132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11"/>
                        </a:rPr>
                        <a:t>Nina.Karlsen@testgdpr.no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010150-12355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FX123456789000000111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Marianne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Hansen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MasterCard,5231072879709524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133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12"/>
                        </a:rPr>
                        <a:t>Marianne.Hansen@testgdpr.no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010150-12356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FX123456789000000112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Kristin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Johansen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MasterCard,5306173286669697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134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13"/>
                        </a:rPr>
                        <a:t>Kristin.Johansen@testgdpr.no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010150-12357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FX123456789000000113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Elisabeth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Olsen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MasterCard,5359689564313134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135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14"/>
                        </a:rPr>
                        <a:t>Elisabeth.Olsen@testgdpr.no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010150-12358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FX123456789000000114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Bente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Larsen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MasterCard,5250761816655941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136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15"/>
                        </a:rPr>
                        <a:t>Bente.Larsen@testgdpr.no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010150-12359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FX123456789000000115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Eva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Andersen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MasterCard,5130217368355337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137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16"/>
                        </a:rPr>
                        <a:t>Eva.Andersen@testgdpr.no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010150-12360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FX123456789000000116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Anna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Pedersen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MasterCard,5414023889377371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138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17"/>
                        </a:rPr>
                        <a:t>Anna.Pedersen@testgdpr.no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010150-12361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FX123456789000000117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Heidi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Nilsen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MasterCard,5550410484925627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139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18"/>
                        </a:rPr>
                        <a:t>Heidi.Nilsen@testgdpr.no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010150-12362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FX123456789000000118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Silje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Kristiansen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MasterCard,5209207966844820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140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19"/>
                        </a:rPr>
                        <a:t>Silje.Kristiansen@testgdpr.no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010150-12363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FX123456789000000119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Hanne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Jensen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MasterCard,5399678783172662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141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20"/>
                        </a:rPr>
                        <a:t>Hanne.Jensen@testgdpr.no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010150-12364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Linda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Karlsen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MasterCard,5453211523094815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142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21"/>
                        </a:rPr>
                        <a:t>Linda.Karlsen@testgdpr.no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010150-12365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FX123456789000000121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Tone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Hansen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MasterCard,5345497083913310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143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22"/>
                        </a:rPr>
                        <a:t>Tone.Hansen@testgdpr.no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010150-12366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FX123456789000000122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Anita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Johansen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MasterCard,5172797489083818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144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23"/>
                        </a:rPr>
                        <a:t>Anita.Johansen@testgdpr.no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010150-12367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FX123456789000000123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Elin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Olsen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MasterCard,5464111883302955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145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24"/>
                        </a:rPr>
                        <a:t>Elin.Olsen@testgdpr.no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010150-12368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FX123456789000000124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Camilla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Larsen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MasterCard,5505350539875045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146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25"/>
                        </a:rPr>
                        <a:t>Camilla.Larsen@testgdpr.no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010150-12369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FX123456789000000125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Tove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Andersen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MasterCard,5447594550701942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147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26"/>
                        </a:rPr>
                        <a:t>Tove.Andersen@testgdpr.no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010150-12370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FX123456789000000126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Wenche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Pedersen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MasterCard,5136263539040196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148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>
                          <a:effectLst/>
                          <a:hlinkClick r:id="rId27"/>
                        </a:rPr>
                        <a:t>Wenche.Pedersen@testgdpr.no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  <a:tr h="1123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010150-12371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FX123456789000000127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Berit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Nilsen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MasterCard,5422559698737651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10/20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149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u="sng" dirty="0">
                          <a:effectLst/>
                          <a:hlinkClick r:id="rId28"/>
                        </a:rPr>
                        <a:t>Berit.Nilsen@testgdpr.no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557" marR="50557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53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SharedContentType xmlns="Microsoft.SharePoint.Taxonomy.ContentTypeSync" SourceId="a79cd504-268f-47c3-8f79-0a7497beeec4" ContentTypeId="0x0101008CA0303931DA4548864745CBCC1039B600E8AE937E7C75B64DBCC1FC493E1D9199" PreviousValue="false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asic Document" ma:contentTypeID="0x0101008CA0303931DA4548864745CBCC1039B600E8AE937E7C75B64DBCC1FC493E1D919900DAA7E9CA3D31ED4EBA20790392A3BBE3" ma:contentTypeVersion="3" ma:contentTypeDescription="" ma:contentTypeScope="" ma:versionID="5450c8d1b563e5c637d6468d9065c176">
  <xsd:schema xmlns:xsd="http://www.w3.org/2001/XMLSchema" xmlns:xs="http://www.w3.org/2001/XMLSchema" xmlns:p="http://schemas.microsoft.com/office/2006/metadata/properties" xmlns:ns2="77f2df2d-0db9-4565-bc7a-00e15bf7859a" targetNamespace="http://schemas.microsoft.com/office/2006/metadata/properties" ma:root="true" ma:fieldsID="1908abbc99e6e15903ec630d449e9af4" ns2:_="">
    <xsd:import namespace="77f2df2d-0db9-4565-bc7a-00e15bf7859a"/>
    <xsd:element name="properties">
      <xsd:complexType>
        <xsd:sequence>
          <xsd:element name="documentManagement">
            <xsd:complexType>
              <xsd:all>
                <xsd:element ref="ns2:SecurityClassification" minOccurs="0"/>
                <xsd:element ref="ns2:fb9bf264b45b4d5f93f9199f8f12ff8d" minOccurs="0"/>
                <xsd:element ref="ns2:TaxCatchAll" minOccurs="0"/>
                <xsd:element ref="ns2:TaxCatchAllLabel" minOccurs="0"/>
                <xsd:element ref="ns2:_dlc_DocId" minOccurs="0"/>
                <xsd:element ref="ns2:_dlc_DocIdUrl" minOccurs="0"/>
                <xsd:element ref="ns2:_dlc_DocIdPersistId" minOccurs="0"/>
                <xsd:element ref="ns2:TaxKeyword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2df2d-0db9-4565-bc7a-00e15bf7859a" elementFormDefault="qualified">
    <xsd:import namespace="http://schemas.microsoft.com/office/2006/documentManagement/types"/>
    <xsd:import namespace="http://schemas.microsoft.com/office/infopath/2007/PartnerControls"/>
    <xsd:element name="SecurityClassification" ma:index="4" nillable="true" ma:displayName="Security classification" ma:default="" ma:format="Dropdown" ma:internalName="SecurityClassification">
      <xsd:simpleType>
        <xsd:restriction base="dms:Choice">
          <xsd:enumeration value="Strictly confidential"/>
          <xsd:enumeration value="Confidential"/>
          <xsd:enumeration value="Internal"/>
          <xsd:enumeration value="Public"/>
        </xsd:restriction>
      </xsd:simpleType>
    </xsd:element>
    <xsd:element name="fb9bf264b45b4d5f93f9199f8f12ff8d" ma:index="8" nillable="true" ma:taxonomy="true" ma:internalName="fb9bf264b45b4d5f93f9199f8f12ff8d" ma:taxonomyFieldName="DNBInformationCategory" ma:displayName="Information Category" ma:default="1;#Uklassifisert|53c3641f-e188-458b-ac4a-39fb9eb82013" ma:fieldId="{fb9bf264-b45b-4d5f-93f9-199f8f12ff8d}" ma:sspId="a79cd504-268f-47c3-8f79-0a7497beeec4" ma:termSetId="4dd16f0a-6625-4f81-a26d-17d7c416c41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description="" ma:hidden="true" ma:list="{b3646910-4ca6-48a1-8461-780ff18ca2ee}" ma:internalName="TaxCatchAll" ma:showField="CatchAllData" ma:web="3ef0032b-26a2-46ed-b559-0d32e8efc7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b3646910-4ca6-48a1-8461-780ff18ca2ee}" ma:internalName="TaxCatchAllLabel" ma:readOnly="true" ma:showField="CatchAllDataLabel" ma:web="3ef0032b-26a2-46ed-b559-0d32e8efc7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1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4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KeywordTaxHTField" ma:index="16" nillable="true" ma:taxonomy="true" ma:internalName="TaxKeywordTaxHTField" ma:taxonomyFieldName="TaxKeyword" ma:displayName="Enterprise Keywords" ma:fieldId="{23f27201-bee3-471e-b2e7-b64fd8b7ca38}" ma:taxonomyMulti="true" ma:sspId="a79cd504-268f-47c3-8f79-0a7497beeec4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7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/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b9bf264b45b4d5f93f9199f8f12ff8d xmlns="77f2df2d-0db9-4565-bc7a-00e15bf7859a">
      <Terms xmlns="http://schemas.microsoft.com/office/infopath/2007/PartnerControls">
        <TermInfo xmlns="http://schemas.microsoft.com/office/infopath/2007/PartnerControls">
          <TermName xmlns="http://schemas.microsoft.com/office/infopath/2007/PartnerControls">Uklassifisert</TermName>
          <TermId xmlns="http://schemas.microsoft.com/office/infopath/2007/PartnerControls">53c3641f-e188-458b-ac4a-39fb9eb82013</TermId>
        </TermInfo>
      </Terms>
    </fb9bf264b45b4d5f93f9199f8f12ff8d>
    <TaxCatchAll xmlns="77f2df2d-0db9-4565-bc7a-00e15bf7859a">
      <Value>1</Value>
    </TaxCatchAll>
    <SecurityClassification xmlns="77f2df2d-0db9-4565-bc7a-00e15bf7859a" xsi:nil="true"/>
    <TaxKeywordTaxHTField xmlns="77f2df2d-0db9-4565-bc7a-00e15bf7859a">
      <Terms xmlns="http://schemas.microsoft.com/office/infopath/2007/PartnerControls"/>
    </TaxKeywordTaxHTField>
  </documentManagement>
</p:properties>
</file>

<file path=customXml/itemProps1.xml><?xml version="1.0" encoding="utf-8"?>
<ds:datastoreItem xmlns:ds="http://schemas.openxmlformats.org/officeDocument/2006/customXml" ds:itemID="{A1FD5CB1-8CF3-4306-BC3B-B66B1A24E36E}"/>
</file>

<file path=customXml/itemProps2.xml><?xml version="1.0" encoding="utf-8"?>
<ds:datastoreItem xmlns:ds="http://schemas.openxmlformats.org/officeDocument/2006/customXml" ds:itemID="{BF21AF1B-1591-41AB-B1B2-A12CFA2BD39D}"/>
</file>

<file path=customXml/itemProps3.xml><?xml version="1.0" encoding="utf-8"?>
<ds:datastoreItem xmlns:ds="http://schemas.openxmlformats.org/officeDocument/2006/customXml" ds:itemID="{D3718922-A39E-4091-A3B8-D5246AB07B51}"/>
</file>

<file path=customXml/itemProps4.xml><?xml version="1.0" encoding="utf-8"?>
<ds:datastoreItem xmlns:ds="http://schemas.openxmlformats.org/officeDocument/2006/customXml" ds:itemID="{414F29D2-9071-4254-8255-29F867C91BAA}"/>
</file>

<file path=customXml/itemProps5.xml><?xml version="1.0" encoding="utf-8"?>
<ds:datastoreItem xmlns:ds="http://schemas.openxmlformats.org/officeDocument/2006/customXml" ds:itemID="{FE27A55D-AB62-4580-B4BB-68A33DF4255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On-screen Show (4:3)</PresentationFormat>
  <Paragraphs>225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Data Discovery Dummy Data FileShare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Discovery Dummy Data FileShare</dc:title>
  <dc:creator>Jansson, Magnus</dc:creator>
  <cp:lastModifiedBy>Jansson, Magnus</cp:lastModifiedBy>
  <cp:revision>1</cp:revision>
  <dcterms:created xsi:type="dcterms:W3CDTF">2006-08-16T00:00:00Z</dcterms:created>
  <dcterms:modified xsi:type="dcterms:W3CDTF">2018-03-08T13:44:45Z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0x0101008CA0303931DA4548864745CBCC1039B600E8AE937E7C75B64DBCC1FC493E1D919900DAA7E9CA3D31ED4EBA20790392A3BBE3</vt:lpwstr>
  </property>
  <property fmtid="{D5CDD505-2E9C-101B-9397-08002B2CF9AE}" pid="3" name="TaxKeyword">
    <vt:lpwstr>308;#POC - Dummy Data|f83fd23b-a175-466b-9f0b-fde19eae6d11;#309;#Dummy Data FileShare|7cb845c8-e09c-4868-9080-ee80370b2152</vt:lpwstr>
  </property>
  <property fmtid="{D5CDD505-2E9C-101B-9397-08002B2CF9AE}" pid="4" name="DNBInformationCategory">
    <vt:lpwstr>1;#Uklassifisert|53c3641f-e188-458b-ac4a-39fb9eb82013</vt:lpwstr>
  </property>
</Properties>
</file>